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VERANCE — PLAN DE NEGOCIO | DECANTS 5 ML &amp; 10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6692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DCDCD"/>
                </a:solidFill>
              </a:rPr>
              <a:t>Propuesta inicial de precios y rentabilidad por frasco de 100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201168"/>
            <a:ext cx="1874519" cy="502920"/>
          </a:xfrm>
          <a:prstGeom prst="roundRect">
            <a:avLst/>
          </a:prstGeom>
          <a:solidFill>
            <a:srgbClr val="BF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191C"/>
                </a:solidFill>
              </a:rPr>
              <a:t>MARGEN BRUTO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88239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685800"/>
                <a:gridCol w="914400"/>
                <a:gridCol w="914400"/>
                <a:gridCol w="914400"/>
                <a:gridCol w="914400"/>
                <a:gridCol w="2148840"/>
              </a:tblGrid>
              <a:tr h="470916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Perfume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Costo</a:t>
                      </a:r>
                    </a:p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100 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Costo</a:t>
                      </a:r>
                    </a:p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5 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Venta</a:t>
                      </a:r>
                    </a:p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5 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Ganancia</a:t>
                      </a:r>
                    </a:p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5 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Venta</a:t>
                      </a:r>
                    </a:p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10 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Ganancia</a:t>
                      </a:r>
                    </a:p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10 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Lattafa Asad Bourbon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$3.80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JPG Scandal Pour Homme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$80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$4.00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$8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$4.00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$14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$6.00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Versace 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$4.25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$6.50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YSL Y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$95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$4.75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$8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$3.25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$14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$4.50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Rabanne 1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$3.75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Carolina Herrera Good Girl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$85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$4.25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$8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$3.75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$14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$5.50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YSL Black Opium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$4.50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$4.50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YSL Libre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$145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$7.25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$2.75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$18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$3.50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32326"/>
                          </a:solidFill>
                        </a:rPr>
                        <a:t>Ariana Grande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32326"/>
                          </a:solidFill>
                        </a:rPr>
                        <a:t>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32326"/>
                          </a:solidFill>
                        </a:rPr>
                        <a:t>$4.60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372600" y="1143000"/>
            <a:ext cx="246888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D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9191C"/>
                </a:solidFill>
              </a:rPr>
              <a:t>RESUMEN DEL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81051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Inversión perfumes
</a:t>
            </a:r>
            <a:r>
              <a:rPr sz="1500" b="1">
                <a:solidFill>
                  <a:srgbClr val="19191C"/>
                </a:solidFill>
              </a:rPr>
              <a:t>$693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432304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Inventario
</a:t>
            </a:r>
            <a:r>
              <a:rPr sz="1500" b="1">
                <a:solidFill>
                  <a:srgbClr val="19191C"/>
                </a:solidFill>
              </a:rPr>
              <a:t>900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054096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Si todo se vende en 5 ml
</a:t>
            </a:r>
            <a:r>
              <a:rPr sz="1500" b="1">
                <a:solidFill>
                  <a:srgbClr val="19191C"/>
                </a:solidFill>
              </a:rPr>
              <a:t>Venta $2,360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675888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Ganancia bruta 5 ml
</a:t>
            </a:r>
            <a:r>
              <a:rPr sz="1500" b="1">
                <a:solidFill>
                  <a:srgbClr val="19191C"/>
                </a:solidFill>
              </a:rPr>
              <a:t>$1,667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29768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Si todo se vende en 10 ml
</a:t>
            </a:r>
            <a:r>
              <a:rPr sz="1500" b="1">
                <a:solidFill>
                  <a:srgbClr val="19191C"/>
                </a:solidFill>
              </a:rPr>
              <a:t>Venta $900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91947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Ganancia bruta 10 ml
</a:t>
            </a:r>
            <a:r>
              <a:rPr sz="1500" b="1">
                <a:solidFill>
                  <a:srgbClr val="19191C"/>
                </a:solidFill>
              </a:rPr>
              <a:t>$207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062472"/>
            <a:ext cx="8686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00">
                <a:solidFill>
                  <a:srgbClr val="646464"/>
                </a:solidFill>
              </a:rPr>
              <a:t>Nota: </a:t>
            </a:r>
            <a:r>
              <a:rPr sz="800">
                <a:solidFill>
                  <a:srgbClr val="646464"/>
                </a:solidFill>
              </a:rPr>
              <a:t>ganancia bruta antes de atomizadores, etiquetas, empaques, envíos y otros gastos. Precios sugeridos para posicionamiento; deben validarse con el mercado local.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5925312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87878"/>
                </a:solidFill>
              </a:rPr>
              <a:t>Referencias de mercado consultadas
Panamá ·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VERANCE — COSTO REAL POR DECANT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760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DCDCD"/>
                </a:solidFill>
              </a:rPr>
              <a:t>Incluye envase, etiqueta, empaque y merma operativa estimada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89611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94360"/>
                <a:gridCol w="777240"/>
                <a:gridCol w="777240"/>
                <a:gridCol w="777240"/>
                <a:gridCol w="777240"/>
                <a:gridCol w="777240"/>
                <a:gridCol w="777240"/>
                <a:gridCol w="164592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Perfume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Costo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100ml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Costo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5ml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Envase +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extras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Costo real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5ml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Venta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5ml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Ganancia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5ml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Venta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10ml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Ganancia 10ml*</a:t>
                      </a:r>
                    </a:p>
                  </a:txBody>
                  <a:tcPr>
                    <a:solidFill>
                      <a:srgbClr val="2D2D3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Lattafa Asad Bourbon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$2.20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$5.80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$9.45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JPG Scandal Pour Homme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$80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$4.00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$5.00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$8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$3.00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$14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$4.85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Versace 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$3.75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$5.35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YSL Y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$95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$4.75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$5.75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$8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$2.25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$14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$3.35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Rabanne 1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$4.25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$4.35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Carolina Herrera Good Girl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$85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$4.25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$5.25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$8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$2.75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$14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$4.35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YSL Black Opium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$4.50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$3.50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$5.85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YSL Libre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$145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$7.25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$8.25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$10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$1.75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$18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$2.35</a:t>
                      </a:r>
                    </a:p>
                  </a:txBody>
                  <a:tcPr>
                    <a:solidFill>
                      <a:srgbClr val="EFEE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232326"/>
                          </a:solidFill>
                        </a:rPr>
                        <a:t>Ariana Grande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$3.70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232326"/>
                          </a:solidFill>
                        </a:rPr>
                        <a:t>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32326"/>
                          </a:solidFill>
                        </a:rPr>
                        <a:t>$3.45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464040" y="1143000"/>
            <a:ext cx="24231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D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COSTOS A CONSIDERAR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0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Envase 5 ml
</a:t>
            </a:r>
            <a:r>
              <a:rPr sz="1300" b="1"/>
              <a:t>$0.55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39572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Envase 10 ml
</a:t>
            </a:r>
            <a:r>
              <a:rPr sz="1300" b="1"/>
              <a:t>$0.70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962656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Etiqueta
</a:t>
            </a:r>
            <a:r>
              <a:rPr sz="1300" b="1"/>
              <a:t>$0.15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3529584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Bolsa / empaque
</a:t>
            </a:r>
            <a:r>
              <a:rPr sz="1300" b="1"/>
              <a:t>$0.20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4096512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Merma / llenado
</a:t>
            </a:r>
            <a:r>
              <a:rPr sz="1300" b="1"/>
              <a:t>$0.10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4663440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</a:rPr>
              <a:t>Costos fijos iniciales
</a:t>
            </a:r>
            <a:r>
              <a:rPr sz="1300" b="1"/>
              <a:t>$35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521208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Ganancia 5 ml
$512 aprox.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06247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46464"/>
                </a:solidFill>
              </a:rPr>
              <a:t>*Para 10 ml se estima el mismo costo proporcional de etiqueta, empaque y merma. Los costos de envases son presupuestos de trabajo; al comprar por mayor pueden bajar. Los precios de decants observados en Panamá muestran, por ejemplo, rangos de $6–$15 para 5 ml y $10–$27 para 10 ml en un catálogo local.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